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D4FF"/>
                </a:solidFill>
              </a:rPr>
              <a:t>TRITONFLOW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Schema-Driven Multi-ISA AI Accelerator Compiler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88888"/>
                </a:solidFill>
              </a:rPr>
              <a:t>Triton IR → declarative YAML ISA → bit-accurate execution on any custom accelerator
Zero LLVM required  ·  Zero C++ backend rewrites  ·  Powered by torch.compile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80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0" y="4206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9FF14"/>
                </a:solidFill>
              </a:rPr>
              <a:t>torch.compile(model, backend="tritonflow")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Tests Passing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0.000e+00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Max GPU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18.6×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Compute Speedup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4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vecadd Emitted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IICT CompilerTech Hackathon 2026  ·  Team segfault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64161"/>
                </a:solidFill>
              </a:rPr>
              <a:t>🛑  The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60120"/>
            <a:ext cx="11612880" cy="0"/>
          </a:xfrm>
          <a:prstGeom prst="line">
            <a:avLst/>
          </a:prstGeom>
          <a:ln w="18000">
            <a:solidFill>
              <a:srgbClr val="D641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Hardware innovation is outpacing software ecosystems.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When a startup or researcher designs a new AI accelerator (ASIC / FPGA / RISC-V GPGPU), integrating it into the PyTorch ecosystem today requires: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700"/>
                </a:solidFill>
              </a:rPr>
              <a:t>①  Write a custom PyTorch C++ Device Extension from scratch  (weeks)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700"/>
                </a:solidFill>
              </a:rPr>
              <a:t>②  Fork the Triton compiler and modify MLIR lowering passes  (months)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700"/>
                </a:solidFill>
              </a:rPr>
              <a:t>③  Build a custom LLVM backend and codegen pipeline          (months)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700"/>
                </a:solidFill>
              </a:rPr>
              <a:t>④  Write a hardware runtime / driver layer                   (weeks)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64161"/>
                </a:solidFill>
              </a:rPr>
              <a:t>⚠  This software moat takes 6–12 months and kills hardware innovation at the root.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Open accelerators like Vortex RVGPU have exceptional hardware — but zero PyTorch integration. TritonFlow closes that gap in 2 weeks.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💡  The Solution: Declarative ISA Compilation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60120"/>
            <a:ext cx="11612880" cy="0"/>
          </a:xfrm>
          <a:prstGeom prst="line">
            <a:avLst/>
          </a:prstGeom>
          <a:ln w="180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430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TritonFlow generates a complete, production-grade PyTorch backend from a simple declarative YAML description of your hardware's Instruction Set Architecture.
You describe what your chip can do — TritonFlow handles parsing, recognition, instruction selection, emulation, and parity verification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539496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2523744"/>
            <a:ext cx="5248656" cy="4005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# vortex_rvgpu.yaml — real open RISC-V GPGPU in YAML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name: vortex_rvgpu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instructions: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- name: TCU_WGMMA_SP32   kind: mac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tile: [32, 32]          sparsity: 2:4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cost: 0.15 * m * n * k / (32*32)   # 18.6x vs dense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constraints: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- all_of(m % 32 == 0, n % 32 == 0)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- name: DXA_COPY_2D      kind: memory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cost: 0.15 * words      # TMA-style async bulk DMA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constraints: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- all_of(stride[1] == 1, in_bounds_all())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- name: VADD             kind: elementwise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cost: 0.05 * words      # 32-lane SIMT vector ALU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4688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9FF14"/>
                </a:solidFill>
              </a:rPr>
              <a:t>✔  Real torch.compile backend — no API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03580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9FF14"/>
                </a:solidFill>
              </a:rPr>
              <a:t>✔  Triton IR parsed without LLVM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602736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9FF14"/>
                </a:solidFill>
              </a:rPr>
              <a:t>✔  Fail-closed: 0.0% silent miscompilations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169664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9FF14"/>
                </a:solidFill>
              </a:rPr>
              <a:t>✔  Bit-accurate C++ + NumPy dual emulator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73659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9FF14"/>
                </a:solidFill>
              </a:rPr>
              <a:t>✔  Swap YAML → instant retarget + cost diff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53035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9FF14"/>
                </a:solidFill>
              </a:rPr>
              <a:t>✔  182 passing tests, 3 live ISA targets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87044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9FF14"/>
                </a:solidFill>
              </a:rPr>
              <a:t>✔  Works on real open hardware (Vortex RVGPU)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</a:rPr>
              <a:t>🏗️  How TritonFlow Works — End-to-End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60120"/>
            <a:ext cx="11612880" cy="0"/>
          </a:xfrm>
          <a:prstGeom prst="line">
            <a:avLst/>
          </a:prstGeom>
          <a:ln w="180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74320" y="1645920"/>
            <a:ext cx="2194560" cy="1645920"/>
          </a:xfrm>
          <a:prstGeom prst="rect">
            <a:avLst/>
          </a:prstGeom>
          <a:solidFill>
            <a:srgbClr val="1A1A2E"/>
          </a:solidFill>
          <a:ln w="36000">
            <a:solidFill>
              <a:srgbClr val="D6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737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64161"/>
                </a:solidFill>
              </a:rPr>
              <a:t>PyTorch
torch.compile(…)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80" y="1645920"/>
            <a:ext cx="2194560" cy="1645920"/>
          </a:xfrm>
          <a:prstGeom prst="rect">
            <a:avLst/>
          </a:prstGeom>
          <a:solidFill>
            <a:srgbClr val="1A1A2E"/>
          </a:solidFill>
          <a:ln w="360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FF"/>
                </a:solidFill>
              </a:rPr>
              <a:t>Track A
Parser
(TTIR → SSA)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645920"/>
            <a:ext cx="2194560" cy="1645920"/>
          </a:xfrm>
          <a:prstGeom prst="rect">
            <a:avLst/>
          </a:prstGeom>
          <a:solidFill>
            <a:srgbClr val="1A1A2E"/>
          </a:solidFill>
          <a:ln w="36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737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700"/>
                </a:solidFill>
              </a:rPr>
              <a:t>Track C
Recognition
(Pointers &amp; Loops)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645920"/>
            <a:ext cx="2194560" cy="1645920"/>
          </a:xfrm>
          <a:prstGeom prst="rect">
            <a:avLst/>
          </a:prstGeom>
          <a:solidFill>
            <a:srgbClr val="1A1A2E"/>
          </a:solidFill>
          <a:ln w="360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737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9FF14"/>
                </a:solidFill>
              </a:rPr>
              <a:t>Track B
Selector
(ISA Matching)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1645920"/>
            <a:ext cx="2194560" cy="1645920"/>
          </a:xfrm>
          <a:prstGeom prst="rect">
            <a:avLst/>
          </a:prstGeom>
          <a:solidFill>
            <a:srgbClr val="1A1A2E"/>
          </a:solidFill>
          <a:ln w="36000">
            <a:solidFill>
              <a:srgbClr val="D6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12680" y="1737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64161"/>
                </a:solidFill>
              </a:rPr>
              <a:t>Track D
Emulator
(C++ / NumPy)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2468880.0"/>
            <a:ext cx="228600" cy="0.0"/>
          </a:xfrm>
          <a:prstGeom prst="line">
            <a:avLst/>
          </a:prstGeom>
          <a:ln w="180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92040" y="2468880.0"/>
            <a:ext cx="228600" cy="0.0"/>
          </a:xfrm>
          <a:prstGeom prst="line">
            <a:avLst/>
          </a:prstGeom>
          <a:ln w="180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2468880.0"/>
            <a:ext cx="228600" cy="0.0"/>
          </a:xfrm>
          <a:prstGeom prst="line">
            <a:avLst/>
          </a:prstGeom>
          <a:ln w="180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738360" y="2468880.0"/>
            <a:ext cx="228600" cy="0.0"/>
          </a:xfrm>
          <a:prstGeom prst="line">
            <a:avLst/>
          </a:prstGeom>
          <a:ln w="180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543800" y="3703320"/>
            <a:ext cx="2194560" cy="822960"/>
          </a:xfrm>
          <a:prstGeom prst="rect">
            <a:avLst/>
          </a:prstGeom>
          <a:solidFill>
            <a:srgbClr val="1A1A2E"/>
          </a:solidFill>
          <a:ln w="180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749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</a:rPr>
              <a:t>ISA YAML Schema
(Declarative Config)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641080.0" y="3291840"/>
            <a:ext cx="0.0" cy="411480"/>
          </a:xfrm>
          <a:prstGeom prst="line">
            <a:avLst/>
          </a:prstGeom>
          <a:ln w="1800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" y="33832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Intercepts
torch.compile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3832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Parses TTIR
into SSA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3832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Affine descriptor
recovery + elision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3832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Greedy min-cost
instruction select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3832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Bit-accurate
execution + parity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Key invariant: every stage is independently testable — 182 tests verify contracts end-to-end.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⚙️  Demo 1: PyTorch → Triton JIT → MLIR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60120"/>
            <a:ext cx="11612880" cy="0"/>
          </a:xfrm>
          <a:prstGeom prst="line">
            <a:avLst/>
          </a:prstGeom>
          <a:ln w="180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1. PyTorch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39496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563624"/>
            <a:ext cx="5248656" cy="1810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# User writes standard PyTorch — zero API changes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@torch.compile(backend='tritonflow')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def matmul(x, y):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return torch.matmul(x, y)  # (128×64) @ (64×128) → (128×128)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output = matmul(a, b)   # TritonFlow intercepts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2. Triton JIT Kernel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508760"/>
            <a:ext cx="557784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563624"/>
            <a:ext cx="5431536" cy="2176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# Auto-lowered Triton JIT kernel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@triton.jit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def matmul_kernel(a_ptr, b_ptr, c_ptr,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      M, N, K, stride_am, ...,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      BM: tl.constexpr = 64,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      BN: tl.constexpr = 64,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      BK: tl.constexpr = 32):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for k in range(0, K, BK):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a = tl.load(a_ptrs)      # [64×32] tile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b = tl.load(b_ptrs)      # [32×64] tile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acc = tl.dot(a, b, acc)  # MMA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tl.store(c_ptrs, acc)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4161"/>
                </a:solidFill>
              </a:rPr>
              <a:t>3. Extracted MLIR (TTIR) — TritonFlow takes over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77639"/>
            <a:ext cx="1124712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032503"/>
            <a:ext cx="11100816" cy="2496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// Extracted MLIR Triton Dialect (TTIR) — 63 SSA ops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module {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tt.func @matmul_kernel(%a_ptr: !tt.ptr&lt;f32&gt;, ...) {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%acc_25:3 = scf.for %_k = %c0 to %K step %c1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iter_args(%a_ptrs_34 = %a_ptrs, ...) {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%a = tt.load %a_ptrs_34 : tensor&lt;64x32x!tt.ptr&lt;f32&gt;&gt;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%b = tt.load %b_ptrs_35 : tensor&lt;32x64x!tt.ptr&lt;f32&gt;&gt;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%acc_37 = tt.dot %a, %b, %acc_36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   : tensor&lt;64x32xf32&gt; * tensor&lt;32x64xf32&gt;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   -&gt; tensor&lt;64x64xf32&gt;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scf.yield %a_ptrs_40, %b_ptrs_43, %acc_37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}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}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✂️  Address Math Elision: 18 TTIR Ops → 4 Hardware Instructions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60120"/>
            <a:ext cx="11612880" cy="0"/>
          </a:xfrm>
          <a:prstGeom prst="line">
            <a:avLst/>
          </a:prstGeom>
          <a:ln w="180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For t0_vecadd (1024 elements): the descriptor engine absorbs 14 pointer-arithmetic ops into hardware DMA descriptors. Only 4 semantic instructions are emitted.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4161"/>
                </a:solidFill>
              </a:rPr>
              <a:t>Before (TTIR — 18 ops):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566928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2157984"/>
            <a:ext cx="5522976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# TTIR — 18 SSA operations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%c1024_i32 = arith.constant 1024        ; EPI → ELIDED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%pid       = tt.get_program_id          ; EPI → ELIDED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%offs      = arith.muli %pid, %c1024    ; EPI → ELIDED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%offs_0    = tt.make_range 0:1024       ; EPI → ELIDED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%offs_1    = tt.splat %offs             ; EPI → ELIDED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%offs_2    = arith.addi %offs_0, %offs_1 ; EPI → ELIDED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%x_4       = tt.addptr %x_ptr, %offs_2  ; EPI → ELIDED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... (8 more addr-math ops)              ; EPI → ELIDED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%x_5       = tt.load %x_4              ; ← KEEP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%y_7       = tt.load %y_6              ; ← KEEP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%2         = arith.addf %x_5, %y_7     ; ← KEEP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tt.store %out_10, %2                   ; ← 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After (Hardware ISA — 4 ops):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557784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157984"/>
            <a:ext cx="5431536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# Emitted hardware program — 4 ops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[00] DMA1D  src=global:%x_ptr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tile=[1024]  stride=[1]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offset=[1024*%pid]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cost=1024.0 cycles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[01] DMA1D  src=global:%y_ptr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tile=[1024]  stride=[1]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offset=[1024*%pid]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cost=1024.0 cycles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[02] EPI    op=add  in0=%x_5  in1=%y_7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cost=512.0 cycles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[03] DMA1D  dst=global:%out_ptr  value=%2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  cost=1024.0 cycles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4343400"/>
            <a:ext cx="228600" cy="0"/>
          </a:xfrm>
          <a:prstGeom prst="line">
            <a:avLst/>
          </a:prstGeom>
          <a:ln w="360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9FF14"/>
                </a:solidFill>
              </a:rPr>
              <a:t>Coalescing: 100.0% (128B req = 128B transacted, 4 transactions)  ·  Bank conflicts: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🔍  Semantic Recovery: α / β Attribute Splitting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60120"/>
            <a:ext cx="11612880" cy="0"/>
          </a:xfrm>
          <a:prstGeom prst="line">
            <a:avLst/>
          </a:prstGeom>
          <a:ln w="180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Before choosing any hardware instruction, TritonFlow analyses TTIR to recover loop induction variables, build SSA def-use chains, and extract hardware-agnostic affine access descriptors (α = computation attributes, β = addressing attributes).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874519"/>
          <a:ext cx="114300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645920"/>
                <a:gridCol w="731520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D4FF"/>
                          </a:solidFill>
                        </a:rPr>
                        <a:t>SSA Value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D4FF"/>
                          </a:solidFill>
                        </a:rPr>
                        <a:t>Source Op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D4FF"/>
                          </a:solidFill>
                        </a:rPr>
                        <a:t>Idiom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D4FF"/>
                          </a:solidFill>
                        </a:rPr>
                        <a:t>Recovered Semantic Descriptor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%_k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scf.for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control_flow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loop induction: 0 → K, step 32 | iter_args: %a_ptrs, %b_ptrs, %acc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%a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tt.load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base=%a_ptr, sizes=[64,32], strides=[stride_am, stride_ak], offset=[64*%pid_m*stride_am, 0]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%b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tt.load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base=%b_ptr, sizes=[32,64], strides=[stride_bk, stride_bn], offset=[64*%pid_n*stride_bn, 0]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%acc_37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tt.dot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mac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tile=(64, 64, 32), precision=tf32, acc_dtype=f32, order=k_major_sequential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%a_ptrs_38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arith.muli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elementwise → SUBSUMED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stride advance: stride_ak × 32  →  folded into DMA descriptor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%a_ptrs_40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tt.addptr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elementwise → SUBSUMED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pointer increment: %a_ptrs_34 + %splat_39  →  folded into DMA descriptor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(store)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tt.store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base=%c_ptr, sizes=[64,64], strides=[stride_cm, stride_cn], offset=[64*pid_m*scm + 64*pid_n*scn, 0]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⚡  Lowering Diff: Abstract TTIR → Vortex RVGPU Hardware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60120"/>
            <a:ext cx="11612880" cy="0"/>
          </a:xfrm>
          <a:prstGeom prst="line">
            <a:avLst/>
          </a:prstGeom>
          <a:ln w="180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Abstract TTIR ops  →  concrete hardware instructions (matmul inner loop)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11612880" cy="3246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563624"/>
            <a:ext cx="11466576" cy="3136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--- Pre-ISA Abstract TTIR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+++ Target: VORTEX_RVGPU (RISC-V SIMT GPGPU)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@@ Inner Compute Loop Lowering @@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- %a = tt.load %a_ptrs_34 : tensor&lt;64x32x!tt.ptr&lt;f32&gt;&gt;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+ LDG   src=global:%a_ptr[tile=[64,32], strides=[stride_am,stride_ak]]  ; cost=1024.0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- %b = tt.load %b_ptrs_35 : tensor&lt;32x64x!tt.ptr&lt;f32&gt;&gt;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+ LDG   src=global:%b_ptr[tile=[32,64], strides=[stride_bk,stride_bn]]  ; cost=1024.0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- %acc_37 = tt.dot %a, %b, %acc_36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-          : tensor&lt;64x32xf32&gt; * tensor&lt;32x64xf32&gt; -&gt; tensor&lt;64x64xf32&gt;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+ TCU_WGMMA_SP32  a=%a b=%b acc=%acc   ; cost=19.2  (2:4 structured sparsity, 2.0×)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- %a_ptrs_38 = arith.muli %sak, %c32_i32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+ VMUL  dst=%a_ptrs_38, src0=%sak, src1=%c32   ; cost=0.1  (SIMT vector multiplier)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- %a_ptrs_40 = tt.addptr %a_ptrs_34, %splat_39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+ VADD  dst=%a_ptrs_40, src0=%a_ptrs_34, src1=%splat ; cost=102.4  (32-lane vector ALU)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4161"/>
                </a:solidFill>
              </a:rPr>
              <a:t>TRITONFLOW1 vs VORTEX_RVGPU — instruction delta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5257800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320040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D4FF"/>
                          </a:solidFill>
                        </a:rPr>
                        <a:t>TTIR Op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D4FF"/>
                          </a:solidFill>
                        </a:rPr>
                        <a:t>TRITONFLOW1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D4FF"/>
                          </a:solidFill>
                        </a:rPr>
                        <a:t>VORTEX_RVGPU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D4FF"/>
                          </a:solidFill>
                        </a:rPr>
                        <a:t>Speedup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tt.load (×2)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DMA1D  (cost=2048.0)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LDG    (cost=1024.0)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−50%    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tt.dot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MAC16  (cost=358.4)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TCU_WGMMA_SP32 (19.2)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−18.6× ✔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arith.muli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EPI    (cost=0.5)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VMUL   (cost=0.1)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−5×     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tt.addptr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EPI    (cost=1024.0)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VADD   (cost=102.4)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−10×    ✔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📊  Demo 2: 3-Way Architectural Comparison (Live)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60120"/>
            <a:ext cx="11612880" cy="0"/>
          </a:xfrm>
          <a:prstGeom prst="line">
            <a:avLst/>
          </a:prstGeom>
          <a:ln w="180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Same TTIR kernel, same Python code — three radically different hardware targets, zero compiler C++ rewritten.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00200"/>
          <a:ext cx="112471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743200"/>
                <a:gridCol w="356616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D4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D4FF"/>
                          </a:solidFill>
                        </a:rPr>
                        <a:t>TRITONFLOW1</a:t>
                      </a:r>
                    </a:p>
                    <a:p>
                      <a:r>
                        <a:t>(Systolic ASIC)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D4FF"/>
                          </a:solidFill>
                        </a:rPr>
                        <a:t>TRITONFLOW2</a:t>
                      </a:r>
                    </a:p>
                    <a:p>
                      <a:r>
                        <a:t>(Banked ASIC)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D4FF"/>
                          </a:solidFill>
                        </a:rPr>
                        <a:t>VORTEX_RVGPU</a:t>
                      </a:r>
                    </a:p>
                    <a:p>
                      <a:r>
                        <a:t>(RISC-V GPGPU)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Hardware Target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Flat Systolic Accelerator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Multi-bank Domain ASIC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RISC-V SIMT GPGPU (open HW)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Primary Compute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MAC16 — 16×16 systolic array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OPU32 — 32×32 outer product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TCU_WGMMA_SP32 — sparse WG-MMA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Memory Engine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DMA1D / DMA2D (flat)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LDS2D (16-bank interleaved)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DXA async bulk DMA (1D–5D)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Sparsity Support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Dense only  (1.0×)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Dense only  (1.0×)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2:4 Structured Sparsity (2.0×)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Micro-arch Gate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Static FIFO Pipeline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Bank Conflict Arbiter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Warpgroup Lockstep Gate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Compute Cost / tile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358.4 cycles (MAC16)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70.4 cycles (OPU32)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★ 19.2 cycles  (18.6× faster!)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Total Kernel Cost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35,773 cycles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28,402 cycles  (−20.6%)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★ 6,838 cycles  (5.2× speedup)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YAML Lines to Target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&lt; 80 lines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&lt; 100 lines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&lt; 200 lines (full TCU + DXA)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9FF14"/>
                </a:solidFill>
              </a:rPr>
              <a:t>★  Swap one YAML file → compiler instantly re-targets and reports the full cost delta.  A second ISA is the only falsifiable test of declarative compilation.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🔬  Demo 3: Cost-Driven Instruction Selection Audit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60120"/>
            <a:ext cx="11612880" cy="0"/>
          </a:xfrm>
          <a:prstGeom prst="line">
            <a:avLst/>
          </a:prstGeom>
          <a:ln w="180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For every operation the compiler evaluates ALL schema candidates against fail-closed constraint predicates, models execution cost exactly, and greedily selects the cheapest admissible candidate. Every decision is deterministic and fully logged.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828800"/>
          <a:ext cx="112471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200400"/>
                <a:gridCol w="1188720"/>
                <a:gridCol w="164592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D700"/>
                          </a:solidFill>
                        </a:rPr>
                        <a:t>Candidate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D700"/>
                          </a:solidFill>
                        </a:rPr>
                        <a:t>Constraint Predicate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D700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D700"/>
                          </a:solidFill>
                        </a:rPr>
                        <a:t>Modeled Cost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D700"/>
                          </a:solidFill>
                        </a:rPr>
                        <a:t>Compiler Decision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TCU_WMMA16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all_of(m % 16 == 0, n % 16 == 0)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✔ PASS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204.8 MACs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Rejected (higher cost)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TCU_WGMMA32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all_of(m % 32 == 0, n % 32 == 0)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✔ PASS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32.0 MACs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Rejected (higher cost)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TCU_WGMMA_SP32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all_of(m % 32 == 0, 2:4 sparsity)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✔ PASS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19.2 MACs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★ SELECTED (lowest cost)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TCU_WGMMA_MXFP8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all_of(m % 32 == 0, block_scale == 32)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✔ PASS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25.6 MACs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Rejected (higher cost)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TCU_MMA32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all_of(m % 32 == 0, n % 32 == 0)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✔ PASS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32.0 MACs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Rejected (higher cost)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FEDP_DOTPROD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lane_width == 32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✖ FAIL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Rejected (inadmissible)</a:t>
                      </a:r>
                    </a:p>
                  </a:txBody>
                  <a:tcPr>
                    <a:solidFill>
                      <a:srgbClr val="161B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069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FF14"/>
                </a:solidFill>
              </a:rPr>
              <a:t>✔  TCU_WGMMA_SP32 selected — satisfies all tile predicates, lowest valid cost (19.2 vs 32.0 MACs). 2:4 structured sparsity gives 2.0× effective throughput.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663440"/>
            <a:ext cx="1161288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4718304"/>
            <a:ext cx="11466576" cy="1810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# Every selection decision is deterministic, auditable, and logged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# vortex_rvgpu  |  tt.dot  |  tile=(64, 64, 32)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Candidate TCU_WMMA16      admissible=True   cost=204.8   rejected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Candidate TCU_WGMMA32     admissible=True   cost= 32.0   rejected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Candidate TCU_WGMMA_SP32  admissible=True   cost= 19.2   ★ SELECTED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Candidate TCU_WGMMA_MXFP8 admissible=True   cost= 25.6   rejected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Candidate FEDP_DOTPROD    admissible=False               rejected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64161"/>
                </a:solidFill>
              </a:rPr>
              <a:t>🛑  Demo 5: Fail-Closed Integrity — Honest Refusal on t3_modulo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60120"/>
            <a:ext cx="11612880" cy="0"/>
          </a:xfrm>
          <a:prstGeom prst="line">
            <a:avLst/>
          </a:prstGeom>
          <a:ln w="18000">
            <a:solidFill>
              <a:srgbClr val="D641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4161"/>
                </a:solidFill>
              </a:rPr>
              <a:t>Input: Non-Affine Kernel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303520" cy="2651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563624"/>
            <a:ext cx="5157216" cy="2542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# t3_modulo — unstructured pointer arithmetic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@triton.jit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def modulo_kernel(x_ptr, out_ptr, N, ...)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pid = tl.program_id(0)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offs = (pid * BL + tl.arange(0, BL)) % N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#              ↑ non-affine modulo wrap!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x = tl.load(x_ptr + offs)  # irregular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tl.store(out_ptr + offs, 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Compiler Output: Fail-Closed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508760"/>
            <a:ext cx="5669280" cy="2651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563624"/>
            <a:ext cx="5522976" cy="2542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# TritonFlow compiler output — honest refusal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UNSUPPORTED  op=arith.remsi  at %x_ptr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reason: unstructured access — modulo pointer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arithmetic cannot be described by an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        affine stride/offset decomposition.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UNSUPPORTED  op=tt.load      at %x_4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  reason: pointer operand unavailable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→  Compiler triggers PyTorch eager fallback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→  Zero silent miscompilations</a:t>
            </a:r>
          </a:p>
          <a:p>
            <a:pPr algn="l"/>
            <a:r>
              <a:rPr sz="900">
                <a:solidFill>
                  <a:srgbClr val="CCCCCC"/>
                </a:solidFill>
                <a:latin typeface="Consolas"/>
              </a:rPr>
              <a:t>→  Complies with contract FR-025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64161"/>
                </a:solidFill>
              </a:rPr>
              <a:t>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Silent Miscompilation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4805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9FF14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UNSUPPORTED markers emitted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9FF14"/>
                </a:solidFill>
              </a:rPr>
              <a:t>FR-025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Contract specification satisfied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486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9FF14"/>
                </a:solidFill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Negative control test pass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FF14"/>
                </a:solidFill>
              </a:rPr>
              <a:t>✅  Results &amp; Verification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60120"/>
            <a:ext cx="11612880" cy="0"/>
          </a:xfrm>
          <a:prstGeom prst="line">
            <a:avLst/>
          </a:prstGeom>
          <a:ln w="1800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2801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9FF14"/>
                </a:solidFill>
              </a:rPr>
              <a:t>182 / 182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4884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Contract &amp; Unit Tests Passing
(100% pass rate, 17.45 s run)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2801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9FF14"/>
                </a:solidFill>
              </a:rPr>
              <a:t>0.000e+00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14884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Max Abs Error vs NVIDIA GPU
(Bit-accurate numerical parity)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801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700"/>
                </a:solidFill>
              </a:rPr>
              <a:t>18.6×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4884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Compute speedup: Vortex vs TF1
(TCU_WGMMA_SP32 vs MAC16)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8327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700"/>
                </a:solidFill>
              </a:rPr>
              <a:t>5.2×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5195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Total kernel speedup
(6,838 vs 35,773 cycles)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38327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D4FF"/>
                </a:solidFill>
              </a:rPr>
              <a:t>&lt; 200 lines
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25195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Full Vortex RVGPU backend
(Zero LLVM / C++ required)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38327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D4FF"/>
                </a:solidFill>
              </a:rPr>
              <a:t>4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25195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vecadd emitted instructions
(down from 18 — full elision)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8888"/>
                </a:solidFill>
              </a:rPr>
              <a:t>Verified live on real NVIDIA GeForce GTX 1650 · 3 production ISA targets · 13 test files · pybind11 C++ fast path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🎯  Strategic Positioning: What We Claim &amp; What We Don't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960120"/>
            <a:ext cx="11612880" cy="0"/>
          </a:xfrm>
          <a:prstGeom prst="line">
            <a:avLst/>
          </a:prstGeom>
          <a:ln w="180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FF14"/>
                </a:solidFill>
              </a:rPr>
              <a:t>What TritonFlow claims (and proves):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FF14"/>
                </a:solidFill>
              </a:rPr>
              <a:t>✔  Triton IR → declarative YAML ISA backend is technically feasible and ships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7568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FF14"/>
                </a:solidFill>
              </a:rPr>
              <a:t>✔  A second ISA (Vortex RVGPU) is the only falsifiable proof — we have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5117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FF14"/>
                </a:solidFill>
              </a:rPr>
              <a:t>✔  Bit-accurate numerical parity with real NVIDIA GPU (0.000e+00 max error)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26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FF14"/>
                </a:solidFill>
              </a:rPr>
              <a:t>✔  Fail-closed: unstructured kernels get honest UNSUPPORTED, not corrupt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021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FF14"/>
                </a:solidFill>
              </a:rPr>
              <a:t>✔  torch.compile front-door integration — zero user API changes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161"/>
                </a:solidFill>
              </a:rPr>
              <a:t>What TritonFlow does NOT claim: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4161"/>
                </a:solidFill>
              </a:rPr>
              <a:t>✖  CUDA hijack or interception of vendor CUDA kernels (closed libraries / ptxas)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4161"/>
                </a:solidFill>
              </a:rPr>
              <a:t>✖  Autotune-for-cuBLAS performance — not the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4161"/>
                </a:solidFill>
              </a:rPr>
              <a:t>✖  'Beyond ACT' — ACT (OOPSLA 2026) pioneered declarative schemas for XLA-HLO;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4161"/>
                </a:solidFill>
              </a:rPr>
              <a:t>    TritonFlow extends that thesis to the modern torch.compile + Triton IR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465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D4FF"/>
                </a:solidFill>
              </a:rPr>
              <a:t>"A second ISA is the only falsifiable test of declarative compilation." — TritonFlow thesis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D4FF"/>
                </a:solidFill>
              </a:rPr>
              <a:t>TritonFlow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Democratising AI Hardware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8888"/>
                </a:solidFill>
              </a:rPr>
              <a:t>From YAML spec to a running torch.compile backend in minutes — not months.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3749039"/>
            <a:ext cx="11612880" cy="0"/>
          </a:xfrm>
          <a:prstGeom prst="line">
            <a:avLst/>
          </a:prstGeom>
          <a:ln w="180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28800" y="40233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9FF14"/>
                </a:solidFill>
              </a:rPr>
              <a:t>🔗  github.com/Incharajayaram/segfault-tritonflow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9FF14"/>
                </a:solidFill>
              </a:rPr>
              <a:t>⚡  PYTHONPATH=src python3 tritonflow_demo.py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1206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9FF14"/>
                </a:solidFill>
              </a:rPr>
              <a:t>🔬  PYTHONPATH=src python3 tools/demo_live.py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66928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9FF14"/>
                </a:solidFill>
              </a:rPr>
              <a:t>📊  PYTHONPATH=src python3 demo_diff.py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IICT CompilerTech Hackathon 2026  ·  Team segfault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